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54" y="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é Almeida" userId="be4c9635d8324504" providerId="LiveId" clId="{B9F003A9-0D1E-4BAA-A879-078891E06C4A}"/>
    <pc:docChg chg="custSel modSld">
      <pc:chgData name="José Almeida" userId="be4c9635d8324504" providerId="LiveId" clId="{B9F003A9-0D1E-4BAA-A879-078891E06C4A}" dt="2026-06-08T19:32:39.427" v="142" actId="1076"/>
      <pc:docMkLst>
        <pc:docMk/>
      </pc:docMkLst>
      <pc:sldChg chg="addSp delSp modSp mod">
        <pc:chgData name="José Almeida" userId="be4c9635d8324504" providerId="LiveId" clId="{B9F003A9-0D1E-4BAA-A879-078891E06C4A}" dt="2026-06-08T16:44:03.136" v="36"/>
        <pc:sldMkLst>
          <pc:docMk/>
          <pc:sldMk cId="0" sldId="256"/>
        </pc:sldMkLst>
        <pc:spChg chg="mod">
          <ac:chgData name="José Almeida" userId="be4c9635d8324504" providerId="LiveId" clId="{B9F003A9-0D1E-4BAA-A879-078891E06C4A}" dt="2026-06-08T16:39:48.569" v="17" actId="1076"/>
          <ac:spMkLst>
            <pc:docMk/>
            <pc:sldMk cId="0" sldId="256"/>
            <ac:spMk id="18" creationId="{00000000-0000-0000-0000-000000000000}"/>
          </ac:spMkLst>
        </pc:spChg>
        <pc:picChg chg="del mod">
          <ac:chgData name="José Almeida" userId="be4c9635d8324504" providerId="LiveId" clId="{B9F003A9-0D1E-4BAA-A879-078891E06C4A}" dt="2026-06-08T16:39:00.723" v="12" actId="478"/>
          <ac:picMkLst>
            <pc:docMk/>
            <pc:sldMk cId="0" sldId="256"/>
            <ac:picMk id="12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39:26.552" v="15" actId="1076"/>
          <ac:picMkLst>
            <pc:docMk/>
            <pc:sldMk cId="0" sldId="256"/>
            <ac:picMk id="20" creationId="{F06F1DC5-7758-9A18-3578-8F7EE7608CBD}"/>
          </ac:picMkLst>
        </pc:picChg>
        <pc:picChg chg="add mod">
          <ac:chgData name="José Almeida" userId="be4c9635d8324504" providerId="LiveId" clId="{B9F003A9-0D1E-4BAA-A879-078891E06C4A}" dt="2026-06-08T16:44:03.136" v="36"/>
          <ac:picMkLst>
            <pc:docMk/>
            <pc:sldMk cId="0" sldId="256"/>
            <ac:picMk id="21" creationId="{450CAEA0-032A-06C9-EF61-4C68BDC3BFC0}"/>
          </ac:picMkLst>
        </pc:picChg>
      </pc:sldChg>
      <pc:sldChg chg="addSp delSp modSp mod">
        <pc:chgData name="José Almeida" userId="be4c9635d8324504" providerId="LiveId" clId="{B9F003A9-0D1E-4BAA-A879-078891E06C4A}" dt="2026-06-08T16:44:45.028" v="43" actId="1076"/>
        <pc:sldMkLst>
          <pc:docMk/>
          <pc:sldMk cId="0" sldId="257"/>
        </pc:sldMkLst>
        <pc:spChg chg="mod">
          <ac:chgData name="José Almeida" userId="be4c9635d8324504" providerId="LiveId" clId="{B9F003A9-0D1E-4BAA-A879-078891E06C4A}" dt="2026-06-08T16:42:09.886" v="33" actId="6549"/>
          <ac:spMkLst>
            <pc:docMk/>
            <pc:sldMk cId="0" sldId="257"/>
            <ac:spMk id="7" creationId="{00000000-0000-0000-0000-000000000000}"/>
          </ac:spMkLst>
        </pc:spChg>
        <pc:picChg chg="del">
          <ac:chgData name="José Almeida" userId="be4c9635d8324504" providerId="LiveId" clId="{B9F003A9-0D1E-4BAA-A879-078891E06C4A}" dt="2026-06-08T16:41:48.676" v="31" actId="478"/>
          <ac:picMkLst>
            <pc:docMk/>
            <pc:sldMk cId="0" sldId="257"/>
            <ac:picMk id="6" creationId="{00000000-0000-0000-0000-000000000000}"/>
          </ac:picMkLst>
        </pc:picChg>
        <pc:picChg chg="mod">
          <ac:chgData name="José Almeida" userId="be4c9635d8324504" providerId="LiveId" clId="{B9F003A9-0D1E-4BAA-A879-078891E06C4A}" dt="2026-06-08T16:41:38.908" v="30" actId="14100"/>
          <ac:picMkLst>
            <pc:docMk/>
            <pc:sldMk cId="0" sldId="257"/>
            <ac:picMk id="8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44:45.028" v="43" actId="1076"/>
          <ac:picMkLst>
            <pc:docMk/>
            <pc:sldMk cId="0" sldId="257"/>
            <ac:picMk id="12" creationId="{609681DC-DF8A-62CC-B444-2932D0720144}"/>
          </ac:picMkLst>
        </pc:picChg>
      </pc:sldChg>
      <pc:sldChg chg="addSp delSp modSp mod">
        <pc:chgData name="José Almeida" userId="be4c9635d8324504" providerId="LiveId" clId="{B9F003A9-0D1E-4BAA-A879-078891E06C4A}" dt="2026-06-08T16:45:09.951" v="44"/>
        <pc:sldMkLst>
          <pc:docMk/>
          <pc:sldMk cId="0" sldId="258"/>
        </pc:sldMkLst>
        <pc:picChg chg="del mod">
          <ac:chgData name="José Almeida" userId="be4c9635d8324504" providerId="LiveId" clId="{B9F003A9-0D1E-4BAA-A879-078891E06C4A}" dt="2026-06-08T16:42:30.139" v="35" actId="478"/>
          <ac:picMkLst>
            <pc:docMk/>
            <pc:sldMk cId="0" sldId="258"/>
            <ac:picMk id="6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45:09.951" v="44"/>
          <ac:picMkLst>
            <pc:docMk/>
            <pc:sldMk cId="0" sldId="258"/>
            <ac:picMk id="24" creationId="{9EB7065C-3619-CAF3-B072-4CFA6AD2A55A}"/>
          </ac:picMkLst>
        </pc:picChg>
      </pc:sldChg>
      <pc:sldChg chg="addSp delSp modSp mod">
        <pc:chgData name="José Almeida" userId="be4c9635d8324504" providerId="LiveId" clId="{B9F003A9-0D1E-4BAA-A879-078891E06C4A}" dt="2026-06-08T16:46:28.365" v="50" actId="14100"/>
        <pc:sldMkLst>
          <pc:docMk/>
          <pc:sldMk cId="0" sldId="259"/>
        </pc:sldMkLst>
        <pc:spChg chg="mod">
          <ac:chgData name="José Almeida" userId="be4c9635d8324504" providerId="LiveId" clId="{B9F003A9-0D1E-4BAA-A879-078891E06C4A}" dt="2026-06-08T16:46:18.901" v="48" actId="14100"/>
          <ac:spMkLst>
            <pc:docMk/>
            <pc:sldMk cId="0" sldId="259"/>
            <ac:spMk id="7" creationId="{00000000-0000-0000-0000-000000000000}"/>
          </ac:spMkLst>
        </pc:spChg>
        <pc:picChg chg="del">
          <ac:chgData name="José Almeida" userId="be4c9635d8324504" providerId="LiveId" clId="{B9F003A9-0D1E-4BAA-A879-078891E06C4A}" dt="2026-06-08T16:45:16.315" v="45" actId="478"/>
          <ac:picMkLst>
            <pc:docMk/>
            <pc:sldMk cId="0" sldId="259"/>
            <ac:picMk id="6" creationId="{00000000-0000-0000-0000-000000000000}"/>
          </ac:picMkLst>
        </pc:picChg>
        <pc:picChg chg="mod">
          <ac:chgData name="José Almeida" userId="be4c9635d8324504" providerId="LiveId" clId="{B9F003A9-0D1E-4BAA-A879-078891E06C4A}" dt="2026-06-08T16:46:28.365" v="50" actId="14100"/>
          <ac:picMkLst>
            <pc:docMk/>
            <pc:sldMk cId="0" sldId="259"/>
            <ac:picMk id="8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45:17.267" v="46"/>
          <ac:picMkLst>
            <pc:docMk/>
            <pc:sldMk cId="0" sldId="259"/>
            <ac:picMk id="11" creationId="{D54FDE5E-7AC5-B130-4F81-29B68096AD04}"/>
          </ac:picMkLst>
        </pc:picChg>
      </pc:sldChg>
      <pc:sldChg chg="addSp delSp modSp mod">
        <pc:chgData name="José Almeida" userId="be4c9635d8324504" providerId="LiveId" clId="{B9F003A9-0D1E-4BAA-A879-078891E06C4A}" dt="2026-06-08T16:46:54.760" v="52"/>
        <pc:sldMkLst>
          <pc:docMk/>
          <pc:sldMk cId="0" sldId="260"/>
        </pc:sldMkLst>
        <pc:picChg chg="del">
          <ac:chgData name="José Almeida" userId="be4c9635d8324504" providerId="LiveId" clId="{B9F003A9-0D1E-4BAA-A879-078891E06C4A}" dt="2026-06-08T16:46:53.202" v="51" actId="478"/>
          <ac:picMkLst>
            <pc:docMk/>
            <pc:sldMk cId="0" sldId="260"/>
            <ac:picMk id="6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46:54.760" v="52"/>
          <ac:picMkLst>
            <pc:docMk/>
            <pc:sldMk cId="0" sldId="260"/>
            <ac:picMk id="34" creationId="{79F58CAD-4D96-649E-2C13-E91AA1ADDE5E}"/>
          </ac:picMkLst>
        </pc:picChg>
      </pc:sldChg>
      <pc:sldChg chg="addSp delSp modSp mod">
        <pc:chgData name="José Almeida" userId="be4c9635d8324504" providerId="LiveId" clId="{B9F003A9-0D1E-4BAA-A879-078891E06C4A}" dt="2026-06-08T16:47:50.562" v="54"/>
        <pc:sldMkLst>
          <pc:docMk/>
          <pc:sldMk cId="0" sldId="261"/>
        </pc:sldMkLst>
        <pc:picChg chg="del">
          <ac:chgData name="José Almeida" userId="be4c9635d8324504" providerId="LiveId" clId="{B9F003A9-0D1E-4BAA-A879-078891E06C4A}" dt="2026-06-08T16:47:47.955" v="53" actId="478"/>
          <ac:picMkLst>
            <pc:docMk/>
            <pc:sldMk cId="0" sldId="261"/>
            <ac:picMk id="6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47:50.562" v="54"/>
          <ac:picMkLst>
            <pc:docMk/>
            <pc:sldMk cId="0" sldId="261"/>
            <ac:picMk id="42" creationId="{4F552627-9EAD-4B6F-42EB-0997EA3E029A}"/>
          </ac:picMkLst>
        </pc:picChg>
      </pc:sldChg>
      <pc:sldChg chg="addSp delSp modSp mod">
        <pc:chgData name="José Almeida" userId="be4c9635d8324504" providerId="LiveId" clId="{B9F003A9-0D1E-4BAA-A879-078891E06C4A}" dt="2026-06-08T16:50:24.796" v="59" actId="14100"/>
        <pc:sldMkLst>
          <pc:docMk/>
          <pc:sldMk cId="0" sldId="262"/>
        </pc:sldMkLst>
        <pc:picChg chg="del">
          <ac:chgData name="José Almeida" userId="be4c9635d8324504" providerId="LiveId" clId="{B9F003A9-0D1E-4BAA-A879-078891E06C4A}" dt="2026-06-08T16:48:29.426" v="55" actId="478"/>
          <ac:picMkLst>
            <pc:docMk/>
            <pc:sldMk cId="0" sldId="262"/>
            <ac:picMk id="6" creationId="{00000000-0000-0000-0000-000000000000}"/>
          </ac:picMkLst>
        </pc:picChg>
        <pc:picChg chg="mod">
          <ac:chgData name="José Almeida" userId="be4c9635d8324504" providerId="LiveId" clId="{B9F003A9-0D1E-4BAA-A879-078891E06C4A}" dt="2026-06-08T16:50:24.796" v="59" actId="14100"/>
          <ac:picMkLst>
            <pc:docMk/>
            <pc:sldMk cId="0" sldId="262"/>
            <ac:picMk id="8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48:33.591" v="56"/>
          <ac:picMkLst>
            <pc:docMk/>
            <pc:sldMk cId="0" sldId="262"/>
            <ac:picMk id="11" creationId="{7E6F914F-3017-28B2-92C6-3627424B257B}"/>
          </ac:picMkLst>
        </pc:picChg>
      </pc:sldChg>
      <pc:sldChg chg="addSp delSp modSp mod">
        <pc:chgData name="José Almeida" userId="be4c9635d8324504" providerId="LiveId" clId="{B9F003A9-0D1E-4BAA-A879-078891E06C4A}" dt="2026-06-08T16:51:42.362" v="67" actId="14100"/>
        <pc:sldMkLst>
          <pc:docMk/>
          <pc:sldMk cId="0" sldId="263"/>
        </pc:sldMkLst>
        <pc:spChg chg="mod">
          <ac:chgData name="José Almeida" userId="be4c9635d8324504" providerId="LiveId" clId="{B9F003A9-0D1E-4BAA-A879-078891E06C4A}" dt="2026-06-08T16:51:42.362" v="67" actId="14100"/>
          <ac:spMkLst>
            <pc:docMk/>
            <pc:sldMk cId="0" sldId="263"/>
            <ac:spMk id="7" creationId="{00000000-0000-0000-0000-000000000000}"/>
          </ac:spMkLst>
        </pc:spChg>
        <pc:picChg chg="del">
          <ac:chgData name="José Almeida" userId="be4c9635d8324504" providerId="LiveId" clId="{B9F003A9-0D1E-4BAA-A879-078891E06C4A}" dt="2026-06-08T16:51:30.536" v="65" actId="478"/>
          <ac:picMkLst>
            <pc:docMk/>
            <pc:sldMk cId="0" sldId="263"/>
            <ac:picMk id="6" creationId="{00000000-0000-0000-0000-000000000000}"/>
          </ac:picMkLst>
        </pc:picChg>
        <pc:picChg chg="mod">
          <ac:chgData name="José Almeida" userId="be4c9635d8324504" providerId="LiveId" clId="{B9F003A9-0D1E-4BAA-A879-078891E06C4A}" dt="2026-06-08T16:51:18.311" v="64" actId="14100"/>
          <ac:picMkLst>
            <pc:docMk/>
            <pc:sldMk cId="0" sldId="263"/>
            <ac:picMk id="8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51:32.581" v="66"/>
          <ac:picMkLst>
            <pc:docMk/>
            <pc:sldMk cId="0" sldId="263"/>
            <ac:picMk id="11" creationId="{776F4315-09B9-C047-8778-749A86FF1F64}"/>
          </ac:picMkLst>
        </pc:picChg>
      </pc:sldChg>
      <pc:sldChg chg="addSp delSp modSp mod">
        <pc:chgData name="José Almeida" userId="be4c9635d8324504" providerId="LiveId" clId="{B9F003A9-0D1E-4BAA-A879-078891E06C4A}" dt="2026-06-08T16:52:38.092" v="74"/>
        <pc:sldMkLst>
          <pc:docMk/>
          <pc:sldMk cId="0" sldId="264"/>
        </pc:sldMkLst>
        <pc:spChg chg="mod">
          <ac:chgData name="José Almeida" userId="be4c9635d8324504" providerId="LiveId" clId="{B9F003A9-0D1E-4BAA-A879-078891E06C4A}" dt="2026-06-08T16:52:08.800" v="68" actId="14100"/>
          <ac:spMkLst>
            <pc:docMk/>
            <pc:sldMk cId="0" sldId="264"/>
            <ac:spMk id="7" creationId="{00000000-0000-0000-0000-000000000000}"/>
          </ac:spMkLst>
        </pc:spChg>
        <pc:picChg chg="del">
          <ac:chgData name="José Almeida" userId="be4c9635d8324504" providerId="LiveId" clId="{B9F003A9-0D1E-4BAA-A879-078891E06C4A}" dt="2026-06-08T16:52:36.936" v="73" actId="478"/>
          <ac:picMkLst>
            <pc:docMk/>
            <pc:sldMk cId="0" sldId="264"/>
            <ac:picMk id="6" creationId="{00000000-0000-0000-0000-000000000000}"/>
          </ac:picMkLst>
        </pc:picChg>
        <pc:picChg chg="mod">
          <ac:chgData name="José Almeida" userId="be4c9635d8324504" providerId="LiveId" clId="{B9F003A9-0D1E-4BAA-A879-078891E06C4A}" dt="2026-06-08T16:52:23.995" v="72" actId="14100"/>
          <ac:picMkLst>
            <pc:docMk/>
            <pc:sldMk cId="0" sldId="264"/>
            <ac:picMk id="8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52:38.092" v="74"/>
          <ac:picMkLst>
            <pc:docMk/>
            <pc:sldMk cId="0" sldId="264"/>
            <ac:picMk id="11" creationId="{EF56C3C1-5EF3-28E1-53A6-62C1419C08FE}"/>
          </ac:picMkLst>
        </pc:picChg>
      </pc:sldChg>
      <pc:sldChg chg="addSp delSp modSp mod">
        <pc:chgData name="José Almeida" userId="be4c9635d8324504" providerId="LiveId" clId="{B9F003A9-0D1E-4BAA-A879-078891E06C4A}" dt="2026-06-08T16:54:57.444" v="86"/>
        <pc:sldMkLst>
          <pc:docMk/>
          <pc:sldMk cId="0" sldId="265"/>
        </pc:sldMkLst>
        <pc:picChg chg="del">
          <ac:chgData name="José Almeida" userId="be4c9635d8324504" providerId="LiveId" clId="{B9F003A9-0D1E-4BAA-A879-078891E06C4A}" dt="2026-06-08T16:52:57.743" v="75" actId="478"/>
          <ac:picMkLst>
            <pc:docMk/>
            <pc:sldMk cId="0" sldId="265"/>
            <ac:picMk id="6" creationId="{00000000-0000-0000-0000-000000000000}"/>
          </ac:picMkLst>
        </pc:picChg>
        <pc:picChg chg="mod">
          <ac:chgData name="José Almeida" userId="be4c9635d8324504" providerId="LiveId" clId="{B9F003A9-0D1E-4BAA-A879-078891E06C4A}" dt="2026-06-08T16:54:15.352" v="85" actId="14100"/>
          <ac:picMkLst>
            <pc:docMk/>
            <pc:sldMk cId="0" sldId="265"/>
            <ac:picMk id="8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54:57.444" v="86"/>
          <ac:picMkLst>
            <pc:docMk/>
            <pc:sldMk cId="0" sldId="265"/>
            <ac:picMk id="11" creationId="{8E485E57-29B3-89EA-55BE-7520112B52F5}"/>
          </ac:picMkLst>
        </pc:picChg>
      </pc:sldChg>
      <pc:sldChg chg="addSp delSp modSp mod">
        <pc:chgData name="José Almeida" userId="be4c9635d8324504" providerId="LiveId" clId="{B9F003A9-0D1E-4BAA-A879-078891E06C4A}" dt="2026-06-08T16:56:04.003" v="92"/>
        <pc:sldMkLst>
          <pc:docMk/>
          <pc:sldMk cId="0" sldId="266"/>
        </pc:sldMkLst>
        <pc:picChg chg="del">
          <ac:chgData name="José Almeida" userId="be4c9635d8324504" providerId="LiveId" clId="{B9F003A9-0D1E-4BAA-A879-078891E06C4A}" dt="2026-06-08T16:56:01.774" v="91" actId="478"/>
          <ac:picMkLst>
            <pc:docMk/>
            <pc:sldMk cId="0" sldId="266"/>
            <ac:picMk id="6" creationId="{00000000-0000-0000-0000-000000000000}"/>
          </ac:picMkLst>
        </pc:picChg>
        <pc:picChg chg="mod">
          <ac:chgData name="José Almeida" userId="be4c9635d8324504" providerId="LiveId" clId="{B9F003A9-0D1E-4BAA-A879-078891E06C4A}" dt="2026-06-08T16:55:58.097" v="90" actId="14100"/>
          <ac:picMkLst>
            <pc:docMk/>
            <pc:sldMk cId="0" sldId="266"/>
            <ac:picMk id="8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56:04.003" v="92"/>
          <ac:picMkLst>
            <pc:docMk/>
            <pc:sldMk cId="0" sldId="266"/>
            <ac:picMk id="11" creationId="{9490A7CA-EA7D-1136-A470-E01A1C976A47}"/>
          </ac:picMkLst>
        </pc:picChg>
      </pc:sldChg>
      <pc:sldChg chg="addSp delSp modSp mod">
        <pc:chgData name="José Almeida" userId="be4c9635d8324504" providerId="LiveId" clId="{B9F003A9-0D1E-4BAA-A879-078891E06C4A}" dt="2026-06-08T16:56:52.691" v="96"/>
        <pc:sldMkLst>
          <pc:docMk/>
          <pc:sldMk cId="0" sldId="267"/>
        </pc:sldMkLst>
        <pc:picChg chg="del">
          <ac:chgData name="José Almeida" userId="be4c9635d8324504" providerId="LiveId" clId="{B9F003A9-0D1E-4BAA-A879-078891E06C4A}" dt="2026-06-08T16:56:51.558" v="95" actId="478"/>
          <ac:picMkLst>
            <pc:docMk/>
            <pc:sldMk cId="0" sldId="267"/>
            <ac:picMk id="6" creationId="{00000000-0000-0000-0000-000000000000}"/>
          </ac:picMkLst>
        </pc:picChg>
        <pc:picChg chg="mod">
          <ac:chgData name="José Almeida" userId="be4c9635d8324504" providerId="LiveId" clId="{B9F003A9-0D1E-4BAA-A879-078891E06C4A}" dt="2026-06-08T16:56:48.473" v="94" actId="14100"/>
          <ac:picMkLst>
            <pc:docMk/>
            <pc:sldMk cId="0" sldId="267"/>
            <ac:picMk id="8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56:52.691" v="96"/>
          <ac:picMkLst>
            <pc:docMk/>
            <pc:sldMk cId="0" sldId="267"/>
            <ac:picMk id="11" creationId="{DDEFBF5C-A804-952F-9895-FCE95C8957B5}"/>
          </ac:picMkLst>
        </pc:picChg>
      </pc:sldChg>
      <pc:sldChg chg="addSp delSp modSp mod">
        <pc:chgData name="José Almeida" userId="be4c9635d8324504" providerId="LiveId" clId="{B9F003A9-0D1E-4BAA-A879-078891E06C4A}" dt="2026-06-08T16:58:17.676" v="102" actId="14100"/>
        <pc:sldMkLst>
          <pc:docMk/>
          <pc:sldMk cId="0" sldId="268"/>
        </pc:sldMkLst>
        <pc:spChg chg="mod">
          <ac:chgData name="José Almeida" userId="be4c9635d8324504" providerId="LiveId" clId="{B9F003A9-0D1E-4BAA-A879-078891E06C4A}" dt="2026-06-08T16:58:17.676" v="102" actId="14100"/>
          <ac:spMkLst>
            <pc:docMk/>
            <pc:sldMk cId="0" sldId="268"/>
            <ac:spMk id="7" creationId="{00000000-0000-0000-0000-000000000000}"/>
          </ac:spMkLst>
        </pc:spChg>
        <pc:picChg chg="del">
          <ac:chgData name="José Almeida" userId="be4c9635d8324504" providerId="LiveId" clId="{B9F003A9-0D1E-4BAA-A879-078891E06C4A}" dt="2026-06-08T16:57:48.894" v="100" actId="478"/>
          <ac:picMkLst>
            <pc:docMk/>
            <pc:sldMk cId="0" sldId="268"/>
            <ac:picMk id="6" creationId="{00000000-0000-0000-0000-000000000000}"/>
          </ac:picMkLst>
        </pc:picChg>
        <pc:picChg chg="mod">
          <ac:chgData name="José Almeida" userId="be4c9635d8324504" providerId="LiveId" clId="{B9F003A9-0D1E-4BAA-A879-078891E06C4A}" dt="2026-06-08T16:57:43.352" v="99" actId="14100"/>
          <ac:picMkLst>
            <pc:docMk/>
            <pc:sldMk cId="0" sldId="268"/>
            <ac:picMk id="8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57:51.340" v="101"/>
          <ac:picMkLst>
            <pc:docMk/>
            <pc:sldMk cId="0" sldId="268"/>
            <ac:picMk id="11" creationId="{CC614BE9-004C-1A92-A58F-46D500D10F56}"/>
          </ac:picMkLst>
        </pc:picChg>
      </pc:sldChg>
      <pc:sldChg chg="addSp delSp modSp mod">
        <pc:chgData name="José Almeida" userId="be4c9635d8324504" providerId="LiveId" clId="{B9F003A9-0D1E-4BAA-A879-078891E06C4A}" dt="2026-06-08T16:59:05.375" v="109" actId="14100"/>
        <pc:sldMkLst>
          <pc:docMk/>
          <pc:sldMk cId="0" sldId="269"/>
        </pc:sldMkLst>
        <pc:spChg chg="mod">
          <ac:chgData name="José Almeida" userId="be4c9635d8324504" providerId="LiveId" clId="{B9F003A9-0D1E-4BAA-A879-078891E06C4A}" dt="2026-06-08T16:59:05.375" v="109" actId="14100"/>
          <ac:spMkLst>
            <pc:docMk/>
            <pc:sldMk cId="0" sldId="269"/>
            <ac:spMk id="7" creationId="{00000000-0000-0000-0000-000000000000}"/>
          </ac:spMkLst>
        </pc:spChg>
        <pc:picChg chg="del">
          <ac:chgData name="José Almeida" userId="be4c9635d8324504" providerId="LiveId" clId="{B9F003A9-0D1E-4BAA-A879-078891E06C4A}" dt="2026-06-08T16:58:37.766" v="103" actId="478"/>
          <ac:picMkLst>
            <pc:docMk/>
            <pc:sldMk cId="0" sldId="269"/>
            <ac:picMk id="6" creationId="{00000000-0000-0000-0000-000000000000}"/>
          </ac:picMkLst>
        </pc:picChg>
        <pc:picChg chg="mod">
          <ac:chgData name="José Almeida" userId="be4c9635d8324504" providerId="LiveId" clId="{B9F003A9-0D1E-4BAA-A879-078891E06C4A}" dt="2026-06-08T16:58:57.944" v="108" actId="14100"/>
          <ac:picMkLst>
            <pc:docMk/>
            <pc:sldMk cId="0" sldId="269"/>
            <ac:picMk id="8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58:40.794" v="104"/>
          <ac:picMkLst>
            <pc:docMk/>
            <pc:sldMk cId="0" sldId="269"/>
            <ac:picMk id="11" creationId="{8E9CA093-94B4-9D1C-2750-DC3BEC5B595E}"/>
          </ac:picMkLst>
        </pc:picChg>
      </pc:sldChg>
      <pc:sldChg chg="addSp delSp modSp mod">
        <pc:chgData name="José Almeida" userId="be4c9635d8324504" providerId="LiveId" clId="{B9F003A9-0D1E-4BAA-A879-078891E06C4A}" dt="2026-06-08T17:01:08.629" v="122" actId="478"/>
        <pc:sldMkLst>
          <pc:docMk/>
          <pc:sldMk cId="0" sldId="270"/>
        </pc:sldMkLst>
        <pc:spChg chg="mod">
          <ac:chgData name="José Almeida" userId="be4c9635d8324504" providerId="LiveId" clId="{B9F003A9-0D1E-4BAA-A879-078891E06C4A}" dt="2026-06-08T16:59:58.607" v="113" actId="1076"/>
          <ac:spMkLst>
            <pc:docMk/>
            <pc:sldMk cId="0" sldId="270"/>
            <ac:spMk id="8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7:00:09.289" v="114" actId="1076"/>
          <ac:spMkLst>
            <pc:docMk/>
            <pc:sldMk cId="0" sldId="270"/>
            <ac:spMk id="9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7:00:13.558" v="115" actId="1076"/>
          <ac:spMkLst>
            <pc:docMk/>
            <pc:sldMk cId="0" sldId="270"/>
            <ac:spMk id="10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7:00:24.352" v="116" actId="1076"/>
          <ac:spMkLst>
            <pc:docMk/>
            <pc:sldMk cId="0" sldId="270"/>
            <ac:spMk id="11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7:00:24.352" v="116" actId="107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7:00:24.352" v="116" actId="1076"/>
          <ac:spMkLst>
            <pc:docMk/>
            <pc:sldMk cId="0" sldId="270"/>
            <ac:spMk id="13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7:00:33.756" v="117" actId="1076"/>
          <ac:spMkLst>
            <pc:docMk/>
            <pc:sldMk cId="0" sldId="270"/>
            <ac:spMk id="14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7:00:33.756" v="117" actId="1076"/>
          <ac:spMkLst>
            <pc:docMk/>
            <pc:sldMk cId="0" sldId="270"/>
            <ac:spMk id="15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7:00:33.756" v="117" actId="1076"/>
          <ac:spMkLst>
            <pc:docMk/>
            <pc:sldMk cId="0" sldId="270"/>
            <ac:spMk id="16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7:00:46.192" v="118" actId="1076"/>
          <ac:spMkLst>
            <pc:docMk/>
            <pc:sldMk cId="0" sldId="270"/>
            <ac:spMk id="17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7:00:46.192" v="118" actId="1076"/>
          <ac:spMkLst>
            <pc:docMk/>
            <pc:sldMk cId="0" sldId="270"/>
            <ac:spMk id="18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7:00:46.192" v="118" actId="1076"/>
          <ac:spMkLst>
            <pc:docMk/>
            <pc:sldMk cId="0" sldId="270"/>
            <ac:spMk id="19" creationId="{00000000-0000-0000-0000-000000000000}"/>
          </ac:spMkLst>
        </pc:spChg>
        <pc:spChg chg="del mod">
          <ac:chgData name="José Almeida" userId="be4c9635d8324504" providerId="LiveId" clId="{B9F003A9-0D1E-4BAA-A879-078891E06C4A}" dt="2026-06-08T17:01:08.629" v="122" actId="478"/>
          <ac:spMkLst>
            <pc:docMk/>
            <pc:sldMk cId="0" sldId="270"/>
            <ac:spMk id="20" creationId="{00000000-0000-0000-0000-000000000000}"/>
          </ac:spMkLst>
        </pc:spChg>
        <pc:picChg chg="del">
          <ac:chgData name="José Almeida" userId="be4c9635d8324504" providerId="LiveId" clId="{B9F003A9-0D1E-4BAA-A879-078891E06C4A}" dt="2026-06-08T16:59:41.991" v="111" actId="478"/>
          <ac:picMkLst>
            <pc:docMk/>
            <pc:sldMk cId="0" sldId="270"/>
            <ac:picMk id="6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6:59:44.098" v="112"/>
          <ac:picMkLst>
            <pc:docMk/>
            <pc:sldMk cId="0" sldId="270"/>
            <ac:picMk id="23" creationId="{C0CAE9D0-AF74-AD8B-3FD8-74D51D74A46F}"/>
          </ac:picMkLst>
        </pc:picChg>
      </pc:sldChg>
      <pc:sldChg chg="addSp delSp modSp mod">
        <pc:chgData name="José Almeida" userId="be4c9635d8324504" providerId="LiveId" clId="{B9F003A9-0D1E-4BAA-A879-078891E06C4A}" dt="2026-06-08T17:02:32.747" v="127"/>
        <pc:sldMkLst>
          <pc:docMk/>
          <pc:sldMk cId="0" sldId="271"/>
        </pc:sldMkLst>
        <pc:picChg chg="del">
          <ac:chgData name="José Almeida" userId="be4c9635d8324504" providerId="LiveId" clId="{B9F003A9-0D1E-4BAA-A879-078891E06C4A}" dt="2026-06-08T17:02:30.821" v="126" actId="478"/>
          <ac:picMkLst>
            <pc:docMk/>
            <pc:sldMk cId="0" sldId="271"/>
            <ac:picMk id="6" creationId="{00000000-0000-0000-0000-000000000000}"/>
          </ac:picMkLst>
        </pc:picChg>
        <pc:picChg chg="mod">
          <ac:chgData name="José Almeida" userId="be4c9635d8324504" providerId="LiveId" clId="{B9F003A9-0D1E-4BAA-A879-078891E06C4A}" dt="2026-06-08T17:02:26.931" v="125" actId="14100"/>
          <ac:picMkLst>
            <pc:docMk/>
            <pc:sldMk cId="0" sldId="271"/>
            <ac:picMk id="32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7:02:32.747" v="127"/>
          <ac:picMkLst>
            <pc:docMk/>
            <pc:sldMk cId="0" sldId="271"/>
            <ac:picMk id="35" creationId="{96C02315-C299-21AF-2925-5286843BCF63}"/>
          </ac:picMkLst>
        </pc:picChg>
      </pc:sldChg>
      <pc:sldChg chg="addSp delSp modSp mod">
        <pc:chgData name="José Almeida" userId="be4c9635d8324504" providerId="LiveId" clId="{B9F003A9-0D1E-4BAA-A879-078891E06C4A}" dt="2026-06-08T17:03:12.809" v="129"/>
        <pc:sldMkLst>
          <pc:docMk/>
          <pc:sldMk cId="0" sldId="272"/>
        </pc:sldMkLst>
        <pc:picChg chg="del">
          <ac:chgData name="José Almeida" userId="be4c9635d8324504" providerId="LiveId" clId="{B9F003A9-0D1E-4BAA-A879-078891E06C4A}" dt="2026-06-08T17:03:10.172" v="128" actId="478"/>
          <ac:picMkLst>
            <pc:docMk/>
            <pc:sldMk cId="0" sldId="272"/>
            <ac:picMk id="6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7:03:12.809" v="129"/>
          <ac:picMkLst>
            <pc:docMk/>
            <pc:sldMk cId="0" sldId="272"/>
            <ac:picMk id="33" creationId="{08369EB2-ADC1-E1F6-D07C-663BA2C2CF94}"/>
          </ac:picMkLst>
        </pc:picChg>
      </pc:sldChg>
      <pc:sldChg chg="addSp delSp modSp mod">
        <pc:chgData name="José Almeida" userId="be4c9635d8324504" providerId="LiveId" clId="{B9F003A9-0D1E-4BAA-A879-078891E06C4A}" dt="2026-06-08T17:04:11.154" v="131"/>
        <pc:sldMkLst>
          <pc:docMk/>
          <pc:sldMk cId="0" sldId="273"/>
        </pc:sldMkLst>
        <pc:picChg chg="del">
          <ac:chgData name="José Almeida" userId="be4c9635d8324504" providerId="LiveId" clId="{B9F003A9-0D1E-4BAA-A879-078891E06C4A}" dt="2026-06-08T17:04:09.403" v="130" actId="478"/>
          <ac:picMkLst>
            <pc:docMk/>
            <pc:sldMk cId="0" sldId="273"/>
            <ac:picMk id="6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7:04:11.154" v="131"/>
          <ac:picMkLst>
            <pc:docMk/>
            <pc:sldMk cId="0" sldId="273"/>
            <ac:picMk id="18" creationId="{78CFA4AD-F75D-94EB-CB90-650CBB49E1CF}"/>
          </ac:picMkLst>
        </pc:picChg>
      </pc:sldChg>
      <pc:sldChg chg="addSp delSp modSp mod">
        <pc:chgData name="José Almeida" userId="be4c9635d8324504" providerId="LiveId" clId="{B9F003A9-0D1E-4BAA-A879-078891E06C4A}" dt="2026-06-08T17:04:57.513" v="133"/>
        <pc:sldMkLst>
          <pc:docMk/>
          <pc:sldMk cId="0" sldId="274"/>
        </pc:sldMkLst>
        <pc:picChg chg="del">
          <ac:chgData name="José Almeida" userId="be4c9635d8324504" providerId="LiveId" clId="{B9F003A9-0D1E-4BAA-A879-078891E06C4A}" dt="2026-06-08T17:04:53.875" v="132" actId="478"/>
          <ac:picMkLst>
            <pc:docMk/>
            <pc:sldMk cId="0" sldId="274"/>
            <ac:picMk id="6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7:04:57.513" v="133"/>
          <ac:picMkLst>
            <pc:docMk/>
            <pc:sldMk cId="0" sldId="274"/>
            <ac:picMk id="45" creationId="{DACF4D4B-5075-5E88-255D-6C1DA5A9FBAE}"/>
          </ac:picMkLst>
        </pc:picChg>
      </pc:sldChg>
      <pc:sldChg chg="addSp delSp modSp mod">
        <pc:chgData name="José Almeida" userId="be4c9635d8324504" providerId="LiveId" clId="{B9F003A9-0D1E-4BAA-A879-078891E06C4A}" dt="2026-06-08T19:32:39.427" v="142" actId="1076"/>
        <pc:sldMkLst>
          <pc:docMk/>
          <pc:sldMk cId="0" sldId="275"/>
        </pc:sldMkLst>
        <pc:spChg chg="mod">
          <ac:chgData name="José Almeida" userId="be4c9635d8324504" providerId="LiveId" clId="{B9F003A9-0D1E-4BAA-A879-078891E06C4A}" dt="2026-06-08T19:31:43.361" v="141" actId="1076"/>
          <ac:spMkLst>
            <pc:docMk/>
            <pc:sldMk cId="0" sldId="275"/>
            <ac:spMk id="2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9:32:39.427" v="142" actId="1076"/>
          <ac:spMkLst>
            <pc:docMk/>
            <pc:sldMk cId="0" sldId="275"/>
            <ac:spMk id="9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9:32:39.427" v="142" actId="107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9:32:39.427" v="142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9:32:39.427" v="142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9:32:39.427" v="142" actId="107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9:32:39.427" v="142" actId="107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9:32:39.427" v="142" actId="1076"/>
          <ac:spMkLst>
            <pc:docMk/>
            <pc:sldMk cId="0" sldId="275"/>
            <ac:spMk id="16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9:32:39.427" v="142" actId="1076"/>
          <ac:spMkLst>
            <pc:docMk/>
            <pc:sldMk cId="0" sldId="275"/>
            <ac:spMk id="17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9:32:39.427" v="142" actId="1076"/>
          <ac:spMkLst>
            <pc:docMk/>
            <pc:sldMk cId="0" sldId="275"/>
            <ac:spMk id="18" creationId="{00000000-0000-0000-0000-000000000000}"/>
          </ac:spMkLst>
        </pc:spChg>
        <pc:spChg chg="mod">
          <ac:chgData name="José Almeida" userId="be4c9635d8324504" providerId="LiveId" clId="{B9F003A9-0D1E-4BAA-A879-078891E06C4A}" dt="2026-06-08T19:32:39.427" v="142" actId="1076"/>
          <ac:spMkLst>
            <pc:docMk/>
            <pc:sldMk cId="0" sldId="275"/>
            <ac:spMk id="20" creationId="{00000000-0000-0000-0000-000000000000}"/>
          </ac:spMkLst>
        </pc:spChg>
        <pc:picChg chg="del">
          <ac:chgData name="José Almeida" userId="be4c9635d8324504" providerId="LiveId" clId="{B9F003A9-0D1E-4BAA-A879-078891E06C4A}" dt="2026-06-08T17:05:33.603" v="134" actId="478"/>
          <ac:picMkLst>
            <pc:docMk/>
            <pc:sldMk cId="0" sldId="275"/>
            <ac:picMk id="4" creationId="{00000000-0000-0000-0000-000000000000}"/>
          </ac:picMkLst>
        </pc:picChg>
        <pc:picChg chg="add mod">
          <ac:chgData name="José Almeida" userId="be4c9635d8324504" providerId="LiveId" clId="{B9F003A9-0D1E-4BAA-A879-078891E06C4A}" dt="2026-06-08T17:05:49.235" v="140" actId="1076"/>
          <ac:picMkLst>
            <pc:docMk/>
            <pc:sldMk cId="0" sldId="275"/>
            <ac:picMk id="23" creationId="{6AE81FCB-5321-2800-A6DE-91F24BC6992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FFF45-3B68-4E77-9094-CF289E643E50}" type="datetimeFigureOut">
              <a:rPr lang="pt-BR" smtClean="0"/>
              <a:t>08/06/2026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22A17D-F0AE-4044-82A0-BC1439D6CE8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0572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22A17D-F0AE-4044-82A0-BC1439D6CE8F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8207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743407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4754880" cy="228600"/>
          </a:xfrm>
          <a:prstGeom prst="rect">
            <a:avLst/>
          </a:prstGeom>
          <a:solidFill>
            <a:srgbClr val="0D1E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257800"/>
            <a:ext cx="4754880" cy="228600"/>
          </a:xfrm>
          <a:prstGeom prst="rect">
            <a:avLst/>
          </a:prstGeom>
          <a:solidFill>
            <a:srgbClr val="0D22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5486400"/>
            <a:ext cx="4754880" cy="228600"/>
          </a:xfrm>
          <a:prstGeom prst="rect">
            <a:avLst/>
          </a:prstGeom>
          <a:solidFill>
            <a:srgbClr val="0D26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0" y="5715000"/>
            <a:ext cx="4754880" cy="228600"/>
          </a:xfrm>
          <a:prstGeom prst="rect">
            <a:avLst/>
          </a:prstGeom>
          <a:solidFill>
            <a:srgbClr val="0D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5943600"/>
            <a:ext cx="4754880" cy="228600"/>
          </a:xfrm>
          <a:prstGeom prst="rect">
            <a:avLst/>
          </a:prstGeom>
          <a:solidFill>
            <a:srgbClr val="0D2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0" y="6172200"/>
            <a:ext cx="4754880" cy="228600"/>
          </a:xfrm>
          <a:prstGeom prst="rect">
            <a:avLst/>
          </a:prstGeom>
          <a:solidFill>
            <a:srgbClr val="0D3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6400800"/>
            <a:ext cx="4754880" cy="228600"/>
          </a:xfrm>
          <a:prstGeom prst="rect">
            <a:avLst/>
          </a:prstGeom>
          <a:solidFill>
            <a:srgbClr val="0D36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0" y="6629400"/>
            <a:ext cx="4754880" cy="228600"/>
          </a:xfrm>
          <a:prstGeom prst="rect">
            <a:avLst/>
          </a:prstGeom>
          <a:solidFill>
            <a:srgbClr val="0D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4B8A6"/>
                </a:solidFill>
              </a:defRPr>
            </a:pPr>
            <a:r>
              <a:t>MedicFlow-AI · Plataforma Operacional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8288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Inteligência que conecta.</a:t>
            </a:r>
            <a:br/>
            <a:r>
              <a:t>Operação que transforma.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Escalas, plantões, faturamento TISS e indicadores em tempo real — em um único fluxo.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1148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E3A5F"/>
                </a:solidFill>
              </a:defRPr>
            </a:pPr>
            <a:r>
              <a:t>Apresentação Corporativa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Visão executiva para diretoria, investidores e sponsors de implantação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5200" y="55321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rPr dirty="0"/>
              <a:t>Junho 2026 · Base: auditoria </a:t>
            </a:r>
            <a:r>
              <a:rPr dirty="0" err="1"/>
              <a:t>funcional</a:t>
            </a:r>
            <a:r>
              <a:rPr dirty="0"/>
              <a:t> do </a:t>
            </a:r>
            <a:r>
              <a:rPr dirty="0" err="1"/>
              <a:t>produto</a:t>
            </a:r>
            <a:endParaRPr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F06F1DC5-7758-9A18-3578-8F7EE7608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7480" y="411018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Quem Somos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Plataforma operacional hospitalar multi-tenant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971" y="1463040"/>
            <a:ext cx="385802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334155"/>
                </a:solidFill>
              </a:defRPr>
            </a:pPr>
            <a:r>
              <a:rPr dirty="0"/>
              <a:t>O </a:t>
            </a:r>
            <a:r>
              <a:rPr dirty="0" err="1"/>
              <a:t>MedicFlow</a:t>
            </a:r>
            <a:r>
              <a:rPr dirty="0"/>
              <a:t>-AI </a:t>
            </a:r>
            <a:r>
              <a:rPr dirty="0" err="1"/>
              <a:t>unifica</a:t>
            </a:r>
            <a:r>
              <a:rPr dirty="0"/>
              <a:t> </a:t>
            </a:r>
            <a:r>
              <a:rPr dirty="0" err="1"/>
              <a:t>gestão</a:t>
            </a:r>
            <a:r>
              <a:rPr dirty="0"/>
              <a:t> de </a:t>
            </a:r>
            <a:r>
              <a:rPr dirty="0" err="1"/>
              <a:t>escalas</a:t>
            </a:r>
            <a:r>
              <a:rPr dirty="0"/>
              <a:t> e </a:t>
            </a:r>
            <a:r>
              <a:rPr dirty="0" err="1"/>
              <a:t>plantões</a:t>
            </a:r>
            <a:r>
              <a:rPr dirty="0"/>
              <a:t>, central </a:t>
            </a:r>
            <a:r>
              <a:rPr dirty="0" err="1"/>
              <a:t>operacional</a:t>
            </a:r>
            <a:r>
              <a:rPr dirty="0"/>
              <a:t> com </a:t>
            </a:r>
            <a:r>
              <a:rPr dirty="0" err="1"/>
              <a:t>indicadores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real, </a:t>
            </a:r>
            <a:r>
              <a:rPr dirty="0" err="1"/>
              <a:t>faturamento</a:t>
            </a:r>
            <a:r>
              <a:rPr dirty="0"/>
              <a:t> TISS (MVP), </a:t>
            </a:r>
            <a:r>
              <a:rPr dirty="0" err="1"/>
              <a:t>fechamento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 e </a:t>
            </a:r>
            <a:r>
              <a:rPr dirty="0" err="1"/>
              <a:t>implantação</a:t>
            </a:r>
            <a:r>
              <a:rPr dirty="0"/>
              <a:t> </a:t>
            </a:r>
            <a:r>
              <a:rPr dirty="0" err="1"/>
              <a:t>assistida</a:t>
            </a:r>
            <a:r>
              <a:rPr dirty="0"/>
              <a:t>.</a:t>
            </a:r>
          </a:p>
        </p:txBody>
      </p:sp>
      <p:pic>
        <p:nvPicPr>
          <p:cNvPr id="8" name="Picture 7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218" y="1255433"/>
            <a:ext cx="6530109" cy="488933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609681DC-DF8A-62CC-B444-2932D0720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Problema do Mercado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Desafios operacionais e financeiros em instituições de saúde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0972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Escalas em planilhas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Confirmações por WhatsApp, sem visibilidade de cobertura em tempo real.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77440"/>
            <a:ext cx="10972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Faturamento disperso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249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Guias TISS manuais, lotes sem rastreio, glosas sem controle centralizado.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337560"/>
            <a:ext cx="10972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Fechamento fragmentado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850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Competências sem snapshot auditável, conciliação em múltiplas ferramentas.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297680"/>
            <a:ext cx="10972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2976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Implantação imprevisível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Demos desorganizadas, sem roteiro, sem validação técnica de go-live.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257800"/>
            <a:ext cx="109728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5257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Sistemas isolados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052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</a:defRPr>
            </a:pPr>
            <a:r>
              <a:t>Operação, financeiro e faturamento sem fluxo integrado multi-instituição.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9EB7065C-3619-CAF3-B072-4CFA6AD2A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Solução MedicFlow-AI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Um único fluxo para operação, financeiro e implantação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5255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rPr dirty="0" err="1"/>
              <a:t>Gestão</a:t>
            </a:r>
            <a:r>
              <a:rPr dirty="0"/>
              <a:t> de </a:t>
            </a:r>
            <a:r>
              <a:rPr dirty="0" err="1"/>
              <a:t>escalas</a:t>
            </a:r>
            <a:r>
              <a:rPr dirty="0"/>
              <a:t> (14 </a:t>
            </a:r>
            <a:r>
              <a:rPr dirty="0" err="1"/>
              <a:t>dias</a:t>
            </a:r>
            <a:r>
              <a:rPr dirty="0"/>
              <a:t>) e </a:t>
            </a:r>
            <a:r>
              <a:rPr dirty="0" err="1"/>
              <a:t>plantões</a:t>
            </a:r>
            <a:r>
              <a:rPr dirty="0"/>
              <a:t> com </a:t>
            </a:r>
            <a:r>
              <a:rPr dirty="0" err="1"/>
              <a:t>aceite</a:t>
            </a:r>
            <a:r>
              <a:rPr dirty="0"/>
              <a:t>, </a:t>
            </a:r>
            <a:r>
              <a:rPr dirty="0" err="1"/>
              <a:t>recusa</a:t>
            </a:r>
            <a:r>
              <a:rPr dirty="0"/>
              <a:t> e swaps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rPr dirty="0"/>
              <a:t>Central </a:t>
            </a:r>
            <a:r>
              <a:rPr dirty="0" err="1"/>
              <a:t>operacional</a:t>
            </a:r>
            <a:r>
              <a:rPr dirty="0"/>
              <a:t> com </a:t>
            </a:r>
            <a:r>
              <a:rPr dirty="0" err="1"/>
              <a:t>alertas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tempo real e </a:t>
            </a:r>
            <a:r>
              <a:rPr dirty="0" err="1"/>
              <a:t>ações</a:t>
            </a:r>
            <a:r>
              <a:rPr dirty="0"/>
              <a:t> </a:t>
            </a:r>
            <a:r>
              <a:rPr dirty="0" err="1"/>
              <a:t>contextuais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rPr dirty="0"/>
              <a:t>Ciclo TISS </a:t>
            </a:r>
            <a:r>
              <a:rPr dirty="0" err="1"/>
              <a:t>integrado</a:t>
            </a:r>
            <a:r>
              <a:rPr dirty="0"/>
              <a:t>: </a:t>
            </a:r>
            <a:r>
              <a:rPr dirty="0" err="1"/>
              <a:t>convênios</a:t>
            </a:r>
            <a:r>
              <a:rPr dirty="0"/>
              <a:t> → </a:t>
            </a:r>
            <a:r>
              <a:rPr dirty="0" err="1"/>
              <a:t>guias</a:t>
            </a:r>
            <a:r>
              <a:rPr dirty="0"/>
              <a:t> → </a:t>
            </a:r>
            <a:r>
              <a:rPr dirty="0" err="1"/>
              <a:t>lotes</a:t>
            </a:r>
            <a:r>
              <a:rPr dirty="0"/>
              <a:t> → </a:t>
            </a:r>
            <a:r>
              <a:rPr dirty="0" err="1"/>
              <a:t>glosas</a:t>
            </a:r>
            <a:r>
              <a:rPr dirty="0"/>
              <a:t> → repasses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rPr dirty="0" err="1"/>
              <a:t>Fechamento</a:t>
            </a:r>
            <a:r>
              <a:rPr dirty="0"/>
              <a:t> </a:t>
            </a:r>
            <a:r>
              <a:rPr dirty="0" err="1"/>
              <a:t>financeiro</a:t>
            </a:r>
            <a:r>
              <a:rPr dirty="0"/>
              <a:t> com snapshot, </a:t>
            </a:r>
            <a:r>
              <a:rPr dirty="0" err="1"/>
              <a:t>trava</a:t>
            </a:r>
            <a:r>
              <a:rPr dirty="0"/>
              <a:t> e dashboard </a:t>
            </a:r>
            <a:r>
              <a:rPr dirty="0" err="1"/>
              <a:t>executivo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rPr dirty="0" err="1"/>
              <a:t>Implantação</a:t>
            </a:r>
            <a:r>
              <a:rPr dirty="0"/>
              <a:t> </a:t>
            </a:r>
            <a:r>
              <a:rPr dirty="0" err="1"/>
              <a:t>assistida</a:t>
            </a:r>
            <a:r>
              <a:rPr dirty="0"/>
              <a:t>: </a:t>
            </a:r>
            <a:r>
              <a:rPr dirty="0" err="1"/>
              <a:t>piloto</a:t>
            </a:r>
            <a:r>
              <a:rPr dirty="0"/>
              <a:t>, demo </a:t>
            </a:r>
            <a:r>
              <a:rPr dirty="0" err="1"/>
              <a:t>guiada</a:t>
            </a:r>
            <a:r>
              <a:rPr dirty="0"/>
              <a:t> (7 </a:t>
            </a:r>
            <a:r>
              <a:rPr dirty="0" err="1"/>
              <a:t>passos</a:t>
            </a:r>
            <a:r>
              <a:rPr dirty="0"/>
              <a:t>), smoke tests</a:t>
            </a:r>
          </a:p>
        </p:txBody>
      </p:sp>
      <p:pic>
        <p:nvPicPr>
          <p:cNvPr id="8" name="Picture 7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4801" y="1232593"/>
            <a:ext cx="6045200" cy="503766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54FDE5E-7AC5-B130-4F81-29B68096AD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Público-Alvo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5 perfis RBAC com capabilities granulares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7899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Segmento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Perfil RBAC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6002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Necessidade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057400"/>
            <a:ext cx="107899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167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Hospitais e clínicas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1671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</a:defRPr>
            </a:pPr>
            <a:r>
              <a:t>tenant_admin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167128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Branding, parametrização, go-live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15768"/>
            <a:ext cx="10789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28254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Coordenadores de escala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825496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</a:defRPr>
            </a:pPr>
            <a:r>
              <a:t>coordinator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25496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Publicar turnos, resolver conflitos, swaps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374136"/>
            <a:ext cx="107899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34838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Profissionais de plantão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483864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</a:defRPr>
            </a:pPr>
            <a:r>
              <a:t>professional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83864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Confirmar plantões, disponibilidade, trocas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32504"/>
            <a:ext cx="107899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1422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Equipe financeira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422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</a:defRPr>
            </a:pPr>
            <a:r>
              <a:t>financial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142232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TISS, repasses, fechamento, conciliação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690872"/>
            <a:ext cx="107899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3A5F"/>
                </a:solidFill>
              </a:defRPr>
            </a:pPr>
            <a:r>
              <a:t>Diretoria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800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D9488"/>
                </a:solidFill>
              </a:defRPr>
            </a:pPr>
            <a:r>
              <a:t>tenant_admin + executivo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4800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KPIs financeiros e operacionais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V1 não atende: prontuário eletrônico, gestão de pacientes, agenda ambulatorial ou envio automático TISS a operadoras.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79F58CAD-4D96-649E-2C13-E91AA1ADD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Arquitetura da 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Stack moderna, multi-tenant nativo, deploy flexível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Rotas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8892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Telas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7492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Fluxos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08660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2376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Perfis RBAC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14173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72600" y="1600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21671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Funcionalidades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2926080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299923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Frontend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99923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React 19 + TanStack Start (SSR) · Roteamento file-based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493008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35661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Backend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3566160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~100+ Server Functions (TanStack createServerFn)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059936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1330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Dados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133088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Supabase Postgres + RLS · 30 migrations 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4626864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4700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Realtime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4700016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Supabase Realtime · Central operacional ao vivo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5193792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52669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Deploy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5266944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Cloudflare Workers (primário) ou Vercel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760720"/>
            <a:ext cx="146304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85800" y="583387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Segurança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5833872"/>
            <a:ext cx="8961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4155"/>
                </a:solidFill>
              </a:defRPr>
            </a:pPr>
            <a:r>
              <a:t>Auth multi-tenant · RBAC · anti brute-force · auditoria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42" name="Imagem 41">
            <a:extLst>
              <a:ext uri="{FF2B5EF4-FFF2-40B4-BE49-F238E27FC236}">
                <a16:creationId xmlns:a16="http://schemas.microsoft.com/office/drawing/2014/main" id="{4F552627-9EAD-4B6F-42EB-0997EA3E0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Visão operacional do dia com KPIs e escala em tempo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Saudação personalizada e contadores de plantões abertos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Confirmações pendentes e swaps em destaque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Escala do dia com turnos programados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Links rápidos para Central, Escalas e Plantões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Atualização via Supabase Realtime</a:t>
            </a:r>
          </a:p>
        </p:txBody>
      </p:sp>
      <p:pic>
        <p:nvPicPr>
          <p:cNvPr id="8" name="Picture 7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382" y="1321681"/>
            <a:ext cx="6446982" cy="49074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E6F914F-3017-28B2-92C6-3627424B2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Gestão de Escalas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Calendário 14 dias com timeline de turnos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62712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Barra horizontal dos próximos 14 dias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Filtros: conflitos, abertos, sem confirmação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Criação e edição de escalas (coordenador)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Timeline detalhada por turno e profissional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Integração com alertas da Central Operacional</a:t>
            </a:r>
          </a:p>
        </p:txBody>
      </p:sp>
      <p:pic>
        <p:nvPicPr>
          <p:cNvPr id="8" name="Picture 7" descr="03-agenda-escal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8255" y="1184673"/>
            <a:ext cx="7185890" cy="519420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776F4315-09B9-C047-8778-749A86FF1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Gestão de Plantões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Aceitar, recusar e trocar turnos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2943629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Plantões abertos para aceite/recusa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Meus plantões com histórico e status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Swaps: solicitar, aprovar e negar trocas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Fluxo integrado com escalas e central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Notificações operacionais em tempo real</a:t>
            </a:r>
          </a:p>
        </p:txBody>
      </p:sp>
      <p:pic>
        <p:nvPicPr>
          <p:cNvPr id="8" name="Picture 7" descr="04-planto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54" y="1371599"/>
            <a:ext cx="6844145" cy="496760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F56C3C1-5EF3-28E1-53A6-62C1419C0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Central Operacional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Command center com alertas e ações contextuais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KPIs e alertas em tempo real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Ações direcionadas por tipo de alerta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Copilot GPT (opcional, requer API key)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Agentes e orquestração supervisionada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Subscriptions Realtime para cobertura ao vivo</a:t>
            </a:r>
          </a:p>
        </p:txBody>
      </p:sp>
      <p:pic>
        <p:nvPicPr>
          <p:cNvPr id="8" name="Picture 7" descr="11-central-operaci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1207008"/>
            <a:ext cx="3923916" cy="5157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E485E57-29B3-89EA-55BE-7520112B5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Perfil Profissional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Disponibilidade e configuração do profissional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Dados do profissional: nome, e-mail, papel, instituição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Switch de disponibilidade para plantões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Janelas padrão seg–sex 07:00–19:00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Integração com riscos de cobertura na central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Encerramento seguro de sessão</a:t>
            </a:r>
          </a:p>
        </p:txBody>
      </p:sp>
      <p:pic>
        <p:nvPicPr>
          <p:cNvPr id="8" name="Picture 7" descr="10-perf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600" y="1371600"/>
            <a:ext cx="6572250" cy="49286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490A7CA-EA7D-1136-A470-E01A1C976A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Hub financeiro e fechamento operacional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Hub financeiro com links para sub-módulos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Fechamento de competência com snapshot e trava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Conciliação operacional com importação CSV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Reabertura de competência (admin)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Repasses médicos vinculados à produção TISS</a:t>
            </a:r>
          </a:p>
        </p:txBody>
      </p:sp>
      <p:pic>
        <p:nvPicPr>
          <p:cNvPr id="8" name="Picture 7" descr="05-financei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45143"/>
            <a:ext cx="6282690" cy="508598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DDEFBF5C-A804-952F-9895-FCE95C895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Dashboard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KPIs financeiros e operacionais reais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150870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Indicadores consolidados por competência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Visão para diretoria e equipe financeira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Dados reais (não ilustrativos)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Acesso via perfil financial_closing:read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t>Integrado ao fluxo de fechamento mensal</a:t>
            </a:r>
          </a:p>
        </p:txBody>
      </p:sp>
      <p:pic>
        <p:nvPicPr>
          <p:cNvPr id="8" name="Picture 7" descr="06-relatorios-dashboard-executiv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849" y="1160326"/>
            <a:ext cx="6591301" cy="52664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C614BE9-004C-1A92-A58F-46D500D10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TISS / Faturamento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Ciclo completo MVP — convênios a repasses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3427095" cy="1400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rPr dirty="0" err="1"/>
              <a:t>Convênios</a:t>
            </a:r>
            <a:r>
              <a:rPr dirty="0"/>
              <a:t>, </a:t>
            </a:r>
            <a:r>
              <a:rPr dirty="0" err="1"/>
              <a:t>contratos</a:t>
            </a:r>
            <a:r>
              <a:rPr dirty="0"/>
              <a:t> e </a:t>
            </a:r>
            <a:r>
              <a:rPr dirty="0" err="1"/>
              <a:t>catálogo</a:t>
            </a:r>
            <a:r>
              <a:rPr dirty="0"/>
              <a:t> TUSS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Guias TISS e </a:t>
            </a:r>
            <a:r>
              <a:rPr dirty="0" err="1"/>
              <a:t>lotes</a:t>
            </a:r>
            <a:r>
              <a:rPr dirty="0"/>
              <a:t> com export XML (MVP)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rPr dirty="0" err="1"/>
              <a:t>Glosas</a:t>
            </a:r>
            <a:r>
              <a:rPr dirty="0"/>
              <a:t> e </a:t>
            </a:r>
            <a:r>
              <a:rPr dirty="0" err="1"/>
              <a:t>recursos</a:t>
            </a:r>
            <a:r>
              <a:rPr dirty="0"/>
              <a:t> (entrada manual)</a:t>
            </a:r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rPr dirty="0" err="1"/>
              <a:t>Produção</a:t>
            </a:r>
            <a:r>
              <a:rPr dirty="0"/>
              <a:t> </a:t>
            </a:r>
            <a:r>
              <a:rPr dirty="0" err="1"/>
              <a:t>médica</a:t>
            </a:r>
            <a:r>
              <a:rPr dirty="0"/>
              <a:t> e repasses </a:t>
            </a:r>
            <a:r>
              <a:rPr dirty="0" err="1"/>
              <a:t>integrados</a:t>
            </a:r>
            <a:endParaRPr dirty="0"/>
          </a:p>
          <a:p>
            <a:pPr>
              <a:spcAft>
                <a:spcPts val="600"/>
              </a:spcAft>
              <a:defRPr sz="1300">
                <a:solidFill>
                  <a:srgbClr val="334155"/>
                </a:solidFill>
              </a:defRPr>
            </a:pPr>
            <a:r>
              <a:rPr dirty="0"/>
              <a:t>Sem </a:t>
            </a:r>
            <a:r>
              <a:rPr dirty="0" err="1"/>
              <a:t>envio</a:t>
            </a:r>
            <a:r>
              <a:rPr dirty="0"/>
              <a:t> </a:t>
            </a:r>
            <a:r>
              <a:rPr dirty="0" err="1"/>
              <a:t>automático</a:t>
            </a:r>
            <a:r>
              <a:rPr dirty="0"/>
              <a:t> a </a:t>
            </a:r>
            <a:r>
              <a:rPr dirty="0" err="1"/>
              <a:t>operadoras</a:t>
            </a:r>
            <a:r>
              <a:rPr dirty="0"/>
              <a:t> (V1)</a:t>
            </a:r>
          </a:p>
        </p:txBody>
      </p:sp>
      <p:pic>
        <p:nvPicPr>
          <p:cNvPr id="8" name="Picture 7" descr="09-ti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7325" y="1325881"/>
            <a:ext cx="6467475" cy="510857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8E9CA093-94B4-9D1C-2750-DC3BEC5B5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Proteção em todas as camadas — rota, serviço e banco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rPr dirty="0"/>
              <a:t>Login multi-tenant com </a:t>
            </a:r>
            <a:r>
              <a:rPr dirty="0" err="1"/>
              <a:t>seleção</a:t>
            </a:r>
            <a:r>
              <a:rPr dirty="0"/>
              <a:t> de </a:t>
            </a:r>
            <a:r>
              <a:rPr dirty="0" err="1"/>
              <a:t>instituição</a:t>
            </a:r>
            <a:r>
              <a:rPr dirty="0"/>
              <a:t> e </a:t>
            </a:r>
            <a:r>
              <a:rPr dirty="0" err="1"/>
              <a:t>recuperação</a:t>
            </a:r>
            <a:r>
              <a:rPr dirty="0"/>
              <a:t> de </a:t>
            </a:r>
            <a:r>
              <a:rPr dirty="0" err="1"/>
              <a:t>senha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rPr dirty="0"/>
              <a:t>RBAC com 5 </a:t>
            </a:r>
            <a:r>
              <a:rPr dirty="0" err="1"/>
              <a:t>papéis</a:t>
            </a:r>
            <a:r>
              <a:rPr dirty="0"/>
              <a:t> e 30+ capabilities — enforcement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rota</a:t>
            </a:r>
            <a:r>
              <a:rPr dirty="0"/>
              <a:t> + </a:t>
            </a:r>
            <a:r>
              <a:rPr dirty="0" err="1"/>
              <a:t>serviço</a:t>
            </a:r>
            <a:r>
              <a:rPr dirty="0"/>
              <a:t> + RLS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rPr dirty="0"/>
              <a:t>Row Level Security (RLS) Postgres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as </a:t>
            </a:r>
            <a:r>
              <a:rPr dirty="0" err="1"/>
              <a:t>tabelas</a:t>
            </a:r>
            <a:r>
              <a:rPr dirty="0"/>
              <a:t> multi-tenant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rPr dirty="0"/>
              <a:t>Gate anti brute-force e auditoria de login (security audit writer)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rPr dirty="0"/>
              <a:t>Guard de </a:t>
            </a:r>
            <a:r>
              <a:rPr dirty="0" err="1"/>
              <a:t>rotas</a:t>
            </a:r>
            <a:r>
              <a:rPr dirty="0"/>
              <a:t> e </a:t>
            </a:r>
            <a:r>
              <a:rPr dirty="0" err="1"/>
              <a:t>sessão</a:t>
            </a:r>
            <a:r>
              <a:rPr dirty="0"/>
              <a:t> com </a:t>
            </a:r>
            <a:r>
              <a:rPr dirty="0" err="1"/>
              <a:t>Supabase</a:t>
            </a:r>
            <a:r>
              <a:rPr dirty="0"/>
              <a:t> Auth</a:t>
            </a:r>
          </a:p>
          <a:p>
            <a:pPr>
              <a:spcAft>
                <a:spcPts val="600"/>
              </a:spcAft>
              <a:defRPr sz="1400">
                <a:solidFill>
                  <a:srgbClr val="334155"/>
                </a:solidFill>
              </a:defRPr>
            </a:pPr>
            <a:r>
              <a:rPr dirty="0" err="1"/>
              <a:t>Isolamento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tenant: branding, dados e </a:t>
            </a:r>
            <a:r>
              <a:rPr dirty="0" err="1"/>
              <a:t>operações</a:t>
            </a:r>
            <a:r>
              <a:rPr dirty="0"/>
              <a:t> </a:t>
            </a:r>
            <a:r>
              <a:rPr dirty="0" err="1"/>
              <a:t>segregados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6309360" y="1179576"/>
            <a:ext cx="237744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380363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RLS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43075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B8A6"/>
                </a:solidFill>
              </a:defRPr>
            </a:pPr>
            <a:r>
              <a:rPr dirty="0"/>
              <a:t>Postgres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15400" y="1195226"/>
            <a:ext cx="2286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98280" y="142382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RBAC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88102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B8A6"/>
                </a:solidFill>
              </a:defRPr>
            </a:pPr>
            <a:r>
              <a:t>5 perfis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39842" y="2505456"/>
            <a:ext cx="2286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22722" y="2734056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722" y="319125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B8A6"/>
                </a:solidFill>
              </a:defRPr>
            </a:pPr>
            <a:r>
              <a:t>Multi-tenant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5400" y="2461670"/>
            <a:ext cx="2286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98280" y="269027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314747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4B8A6"/>
                </a:solidFill>
              </a:defRPr>
            </a:pPr>
            <a:r>
              <a:t>Login trail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C0CAE9D0-AF74-AD8B-3FD8-74D51D74A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Implantação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Piloto assistido com demo guiada e go-live controlado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3619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Branding e parametrização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5361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/instituicao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21408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2128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 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Seed demo (ambiente controlado)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194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/instituicao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779776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8712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 1–2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85292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Cadastro de convênios TISS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529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/tiss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438144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52958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 1–2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5112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Provisionamento RBAC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5112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Supabase Auth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096512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1879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Dia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416966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Abertura de competência financeira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16966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/financeiro/fechamento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4754880"/>
            <a:ext cx="100584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48463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Go-live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4828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Smoke tests + monitoramento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82803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/lancamento → /operacao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486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4155"/>
                </a:solidFill>
              </a:defRPr>
            </a:pPr>
            <a:r>
              <a:t>Demo guiada: 7 passos — piloto → home → central → executivo → TISS → instituição → operação</a:t>
            </a:r>
          </a:p>
        </p:txBody>
      </p:sp>
      <p:pic>
        <p:nvPicPr>
          <p:cNvPr id="32" name="Picture 31" descr="08-administracao-pil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725" y="1179576"/>
            <a:ext cx="5676900" cy="5276088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35" name="Imagem 34">
            <a:extLst>
              <a:ext uri="{FF2B5EF4-FFF2-40B4-BE49-F238E27FC236}">
                <a16:creationId xmlns:a16="http://schemas.microsoft.com/office/drawing/2014/main" id="{96C02315-C299-21AF-2925-5286843BC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Diferenciais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Vantagens competitivas comprovadas no produto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Multi-tenant nativo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RLS Postgres + branding white-label por instituição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33172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Operação em tempo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24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Supabase Realtime + Central Operacional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0040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RBAC granular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93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5 papéis, 30+ capabilities, enforcement triplo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406908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Ciclo TISS integrado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61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Guias → Lotes → Glosas → Repasses no mesmo tenant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46304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Implantação assistida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755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Piloto, demo 7 passos, smoke tests, checklist go-live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33172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2331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IA operacional (opcional)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2432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Copilot GPT, agentes, orquestração supervisionada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Observabilidade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4930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Health checks, export diagnóstico, timeline de eventos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17920" y="406908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4069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3A5F"/>
                </a:solidFill>
              </a:defRPr>
            </a:pPr>
            <a:r>
              <a:t>Deploy flexível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616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Cloudflare Workers ou Vercel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08369EB2-ADC1-E1F6-D07C-663BA2C2CF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GAPs identificados na auditoria — não são promessas de entrega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32918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Curto prazo — completar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XML TISS conforme ANS (parcial → alta prioridade)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Hub financeiro com KPIs reais (parcial → média)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Error tracking Sentry/Datadog (não implementado)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Cadastro UI de profissionais (não implementado)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417320"/>
            <a:ext cx="32918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9768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Médio prazo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9659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Envio TISS para operadoras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Conciliação bancária OFX/CNAB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Webhooks de retorno de operadoras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Auto-cadastro / convite de usuários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1417320"/>
            <a:ext cx="329184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0" y="1463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Longo prazo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196596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Módulo de Pacientes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Prontuário eletrônico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Agenda ambulatorial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</a:defRPr>
            </a:pPr>
            <a:r>
              <a:t>• Integração ERP/DRE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78CFA4AD-F75D-94EB-CB90-650CBB49E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Resultados Esperados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4B8A6"/>
                </a:solidFill>
              </a:defRPr>
            </a:pPr>
            <a:r>
              <a:t>Benefícios mensuráveis para a instituição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Redução de planilhas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5448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Escalas e plantões centralizados em plataforma única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21408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Visibilidade de cobertura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2128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Central com alertas em tempo real e ações direcionadas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79776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87121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Rastreabilidade financeira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871216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Fechamento com snapshot, trava e auditoria de competência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38144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5295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Ciclo TISS documentado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529584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Guias, lotes e glosas rastreáveis no mesmo sistema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96512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418795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Implantação previsível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187952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Checklist, smoke tests e demo guiada de 7 passos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754880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48463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White-label rápido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846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Branding sem rebuild — logo, cores e banner por tenant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413248"/>
            <a:ext cx="2560320" cy="5029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1520" y="55046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Segurança multi-tenant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5046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4155"/>
                </a:solidFill>
              </a:defRPr>
            </a:pPr>
            <a:r>
              <a:t>RLS + RBAC em todas as camadas de acesso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3035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7240" y="5486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68%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53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Implementado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88920" y="53035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926080" y="5486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6053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Parcial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53035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074920" y="5486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0" y="6053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Pendente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53035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23760" y="5486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6053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GAPs críticos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35440" y="5303520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372600" y="54864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6053328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Screenshots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MedicFlow-AI · Plataforma Operacional · 08/06/2026</a:t>
            </a:r>
          </a:p>
        </p:txBody>
      </p:sp>
      <p:pic>
        <p:nvPicPr>
          <p:cNvPr id="45" name="Imagem 44">
            <a:extLst>
              <a:ext uri="{FF2B5EF4-FFF2-40B4-BE49-F238E27FC236}">
                <a16:creationId xmlns:a16="http://schemas.microsoft.com/office/drawing/2014/main" id="{DACF4D4B-5075-5E88-255D-6C1DA5A9F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5082" y="57503"/>
            <a:ext cx="936555" cy="9365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MedicFlow-AI entrega valor imediato para gestão de plantões, visibilidade operacional e faturamento TISS básico.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9260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14B8A6"/>
                </a:solidFill>
              </a:defRPr>
            </a:pPr>
            <a:r>
              <a:t>Implantação assistida (piloto, demo, go-live) é diferencial comercial sólido para diretoria e sponsors.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88695" y="3867912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5855" y="4050792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135" y="4617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rPr dirty="0" err="1"/>
              <a:t>Rotas</a:t>
            </a:r>
            <a:endParaRPr dirty="0"/>
          </a:p>
        </p:txBody>
      </p:sp>
      <p:sp>
        <p:nvSpPr>
          <p:cNvPr id="10" name="Rectangle 9"/>
          <p:cNvSpPr/>
          <p:nvPr/>
        </p:nvSpPr>
        <p:spPr>
          <a:xfrm>
            <a:off x="3137535" y="3867912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74695" y="4050792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8975" y="4617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Telas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86375" y="3867912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23535" y="4050792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7815" y="4617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Fluxos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35215" y="3867912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72375" y="4050792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6655" y="4617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RBAC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84055" y="3867912"/>
            <a:ext cx="1965960" cy="1234440"/>
          </a:xfrm>
          <a:prstGeom prst="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21215" y="4050792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E3A5F"/>
                </a:solidFill>
              </a:defRPr>
            </a:pPr>
            <a:r>
              <a:t>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75495" y="461772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</a:defRPr>
            </a:pPr>
            <a:r>
              <a:t>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4864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medicflow.app.br · Documentação: docs/ · Auditoria: 08/06/2026</a:t>
            </a:r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6AE81FCB-5321-2800-A6DE-91F24BC699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757" y="245083"/>
            <a:ext cx="1510565" cy="151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1349</Words>
  <Application>Microsoft Office PowerPoint</Application>
  <PresentationFormat>Widescreen</PresentationFormat>
  <Paragraphs>259</Paragraphs>
  <Slides>20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José Almeida</cp:lastModifiedBy>
  <cp:revision>1</cp:revision>
  <dcterms:created xsi:type="dcterms:W3CDTF">2013-01-27T09:14:16Z</dcterms:created>
  <dcterms:modified xsi:type="dcterms:W3CDTF">2026-06-08T19:32:47Z</dcterms:modified>
  <cp:category/>
</cp:coreProperties>
</file>